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05"/>
  </p:normalViewPr>
  <p:slideViewPr>
    <p:cSldViewPr snapToGrid="0">
      <p:cViewPr varScale="1">
        <p:scale>
          <a:sx n="108" d="100"/>
          <a:sy n="108" d="100"/>
        </p:scale>
        <p:origin x="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CA4F5-4410-774E-B150-4344531FB0F4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F34B2-5975-D14E-8C60-7505F8A03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51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525F8-B0FD-2047-8885-096491E2C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43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D6B3D-EDF0-B476-7A11-7F02DA20C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4A7B8C-8BF2-55DD-4063-C7CB92F17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DB4AC-D567-DF21-45A2-0032D8048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490BF-16CD-3A4E-A74B-2C7F64DF73F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3ADE3-F56E-8CDC-13D0-A17993BE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9092C-6D5C-0EA4-189A-2E1D71CD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013B0-486B-C047-A8FA-FB7B9FE6E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6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F3D54-10BF-FE88-3F6F-BE61B137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F1DE3-0D6D-1D3D-4451-ADC4D6FAA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187A9-3E6D-5367-3DAB-608E4B35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490BF-16CD-3A4E-A74B-2C7F64DF73F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E3153-0AEF-9C22-6719-95B6F25DF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D7D44-B266-C2E1-1C72-1CD99B420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013B0-486B-C047-A8FA-FB7B9FE6E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6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02D7-FEB1-A76F-F39F-16A3D6A70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EC62B-C2FC-451B-B949-38950CAAE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05165-473B-95FA-C7AE-17EC7F93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490BF-16CD-3A4E-A74B-2C7F64DF73F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0F9C6-E936-5015-2860-19552FFFD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EC4FE-8F29-07D6-317B-50F3FD33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013B0-486B-C047-A8FA-FB7B9FE6E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9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5BA8-6494-8CB7-B506-ACE3E6303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67B8C-52E9-56A7-D003-E577B0004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1EB8C-1C20-E26F-787C-54C48CBE7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88470-D4B2-8F81-DE45-FE96CA417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490BF-16CD-3A4E-A74B-2C7F64DF73F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3CDA2-F66E-CD2F-F572-814987B5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3C627-E543-D0AE-8C26-B9B6E46E8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013B0-486B-C047-A8FA-FB7B9FE6E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63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9A02-8043-B993-9D02-622F5362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9636A-14AB-AFEC-E19E-1C64297AD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DC702-820D-6622-5463-41DC2D52B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77F73E-11DA-37D5-CB44-3EADE93E7D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7A70A4-3660-65AC-7A7D-34A7A160C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5505E-C22B-455D-D079-BF8939DE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490BF-16CD-3A4E-A74B-2C7F64DF73F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68BB56-BEB8-7F11-C7E1-1250CE6B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F6BB2-F8FD-D31E-6935-86C0E1732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013B0-486B-C047-A8FA-FB7B9FE6E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49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F977-818E-E895-3A6B-DD873756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E6DBC3-E0CE-0DB7-F51D-51A6534C0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490BF-16CD-3A4E-A74B-2C7F64DF73F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90580E-3B76-2D87-8525-C6CB19D5B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99151-CE0E-4E27-F5AF-1C694EFA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013B0-486B-C047-A8FA-FB7B9FE6E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89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5722B8-D5A8-6929-0472-BA9C8DBD9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490BF-16CD-3A4E-A74B-2C7F64DF73F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6B781C-CFCA-CE4A-4134-D9B273E4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712E1-5E6E-7EA9-F3E3-26246D89D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013B0-486B-C047-A8FA-FB7B9FE6E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AD68-99E8-03B4-92F4-277BA213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EF3B9-2DEF-B69E-02CA-CEB0D9103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1142A-AE31-15BC-5992-8BE3313B9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8249D-88C0-17A9-F486-AF6CF5A8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490BF-16CD-3A4E-A74B-2C7F64DF73F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33BE0-33BF-CCAC-6C10-0F6C8FCD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DCD19-12F0-AB15-FBCA-9FC515B6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013B0-486B-C047-A8FA-FB7B9FE6E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5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0523-6928-8F53-65D4-E5B50FBD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FB9790-4C5B-A5B5-D25F-6E79B8232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F394B-A7FE-C98C-EC72-CD255F523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7315D-B51E-D921-1C8B-2EB71DE4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490BF-16CD-3A4E-A74B-2C7F64DF73F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B276B-CED7-F5CE-E01C-75349BA79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F443E-AAD1-C564-3C62-9F72992D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013B0-486B-C047-A8FA-FB7B9FE6E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8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476E-76DB-2212-64C0-3B9BEF56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95FD0-1C97-2968-EC03-9D58C5BAB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56EEE-350A-305E-C5EE-FBFE9270C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490BF-16CD-3A4E-A74B-2C7F64DF73F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BB2C3-64D0-D489-945B-CFAD3BDD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EDB1E-FBE3-6E62-BE1B-435865F1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013B0-486B-C047-A8FA-FB7B9FE6E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8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F4723-7D66-778B-4E16-A47D83A4FE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5A705-026F-453E-4EE9-CC0C85E9D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42EBC-DB8B-12D5-B29C-4EA05099D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490BF-16CD-3A4E-A74B-2C7F64DF73F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3860C-0CFD-A18A-0455-C3ACD3DCE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31F5C-579B-487B-52B3-3638288A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013B0-486B-C047-A8FA-FB7B9FE6E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0DF53-A31B-6A30-A63B-F3289B16A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EE7F0-F50A-A808-BD89-4BFD1AB1D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BA5A0-8C0D-9111-F131-CC510AA5B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490BF-16CD-3A4E-A74B-2C7F64DF73FF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CB69-8C52-AF94-BD1D-4B9D57935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6F822-A512-CA3C-7B7C-B2067E941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013B0-486B-C047-A8FA-FB7B9FE6E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68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585121-B788-8BAC-F506-88AA3C0025AD}"/>
              </a:ext>
            </a:extLst>
          </p:cNvPr>
          <p:cNvSpPr txBox="1"/>
          <p:nvPr/>
        </p:nvSpPr>
        <p:spPr>
          <a:xfrm>
            <a:off x="2056410" y="795232"/>
            <a:ext cx="8383980" cy="145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家族どうしがおじぎをすることはありません</a:t>
            </a:r>
            <a:r>
              <a:rPr lang="en-US" sz="3200" b="1" dirty="0" err="1">
                <a:solidFill>
                  <a:srgbClr val="FF000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が</a:t>
            </a:r>
            <a:r>
              <a:rPr lang="en-US" sz="32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、げんかんにお客さんが来たら、おじぎをします</a:t>
            </a:r>
            <a:r>
              <a:rPr lang="en-US" sz="32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3FDFA4C-43F6-08F6-35E8-C97DA42E1991}"/>
              </a:ext>
            </a:extLst>
          </p:cNvPr>
          <p:cNvSpPr/>
          <p:nvPr/>
        </p:nvSpPr>
        <p:spPr>
          <a:xfrm>
            <a:off x="2056410" y="890234"/>
            <a:ext cx="7311242" cy="688769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74D629-3E38-4500-9981-32CD3AE3B69C}"/>
              </a:ext>
            </a:extLst>
          </p:cNvPr>
          <p:cNvSpPr/>
          <p:nvPr/>
        </p:nvSpPr>
        <p:spPr>
          <a:xfrm>
            <a:off x="2056410" y="1635411"/>
            <a:ext cx="7833756" cy="688769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C0407-CDD2-97A0-0810-1DBCEE9F037A}"/>
              </a:ext>
            </a:extLst>
          </p:cNvPr>
          <p:cNvSpPr txBox="1"/>
          <p:nvPr/>
        </p:nvSpPr>
        <p:spPr>
          <a:xfrm>
            <a:off x="2056410" y="150236"/>
            <a:ext cx="6386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Although &lt;Sentence A&gt;, &lt;Sentence B&gt;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0064E5-A249-D1A4-5EEE-C0EDE2AAF93C}"/>
              </a:ext>
            </a:extLst>
          </p:cNvPr>
          <p:cNvSpPr txBox="1"/>
          <p:nvPr/>
        </p:nvSpPr>
        <p:spPr>
          <a:xfrm>
            <a:off x="1491304" y="1003785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EE13C-14E2-2AC8-7863-38E3232F94C8}"/>
              </a:ext>
            </a:extLst>
          </p:cNvPr>
          <p:cNvSpPr txBox="1"/>
          <p:nvPr/>
        </p:nvSpPr>
        <p:spPr>
          <a:xfrm>
            <a:off x="1473118" y="1748962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41D8CACA-FB1F-92EC-D8A9-C99415D66152}"/>
              </a:ext>
            </a:extLst>
          </p:cNvPr>
          <p:cNvSpPr/>
          <p:nvPr/>
        </p:nvSpPr>
        <p:spPr>
          <a:xfrm>
            <a:off x="5688278" y="2419182"/>
            <a:ext cx="285010" cy="5343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56B46C-6437-3395-2A2F-CC70EF079E1B}"/>
              </a:ext>
            </a:extLst>
          </p:cNvPr>
          <p:cNvSpPr txBox="1"/>
          <p:nvPr/>
        </p:nvSpPr>
        <p:spPr>
          <a:xfrm>
            <a:off x="2056410" y="2953571"/>
            <a:ext cx="8193027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げんかんにお客さんが来たら、おじぎをします</a:t>
            </a:r>
            <a:r>
              <a:rPr lang="en-US" sz="32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B1AE2-0079-8B23-F11D-234537AEC7C9}"/>
              </a:ext>
            </a:extLst>
          </p:cNvPr>
          <p:cNvSpPr txBox="1"/>
          <p:nvPr/>
        </p:nvSpPr>
        <p:spPr>
          <a:xfrm>
            <a:off x="2056410" y="3941931"/>
            <a:ext cx="83475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&lt;Sentence A (short form past)&gt;</a:t>
            </a:r>
            <a:r>
              <a:rPr lang="en-US" sz="2800" b="1" dirty="0" err="1">
                <a:solidFill>
                  <a:schemeClr val="accent6"/>
                </a:solidFill>
              </a:rPr>
              <a:t>ら</a:t>
            </a:r>
            <a:r>
              <a:rPr lang="en-US" sz="2800" b="1" dirty="0">
                <a:solidFill>
                  <a:schemeClr val="accent6"/>
                </a:solidFill>
              </a:rPr>
              <a:t>, &lt;Sentence B&gt;。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= When/If A, B.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BFB80D6-B760-7072-DA91-7AF1E2AAAF57}"/>
              </a:ext>
            </a:extLst>
          </p:cNvPr>
          <p:cNvSpPr/>
          <p:nvPr/>
        </p:nvSpPr>
        <p:spPr>
          <a:xfrm>
            <a:off x="2056410" y="3043117"/>
            <a:ext cx="4754367" cy="688769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A23A427-41E9-E6E9-1435-11C98B64861E}"/>
              </a:ext>
            </a:extLst>
          </p:cNvPr>
          <p:cNvSpPr/>
          <p:nvPr/>
        </p:nvSpPr>
        <p:spPr>
          <a:xfrm>
            <a:off x="7308845" y="3043118"/>
            <a:ext cx="2581322" cy="688769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115340-30E9-8B2E-A688-1A7236EC103C}"/>
              </a:ext>
            </a:extLst>
          </p:cNvPr>
          <p:cNvSpPr txBox="1"/>
          <p:nvPr/>
        </p:nvSpPr>
        <p:spPr>
          <a:xfrm>
            <a:off x="4250690" y="2596959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5A4BD1-AC55-B8E4-218E-99F13E8DC8B8}"/>
              </a:ext>
            </a:extLst>
          </p:cNvPr>
          <p:cNvSpPr txBox="1"/>
          <p:nvPr/>
        </p:nvSpPr>
        <p:spPr>
          <a:xfrm>
            <a:off x="8442838" y="2590815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371B81-F3DC-7347-850A-7A7ED8FFA5B7}"/>
              </a:ext>
            </a:extLst>
          </p:cNvPr>
          <p:cNvSpPr txBox="1"/>
          <p:nvPr/>
        </p:nvSpPr>
        <p:spPr>
          <a:xfrm>
            <a:off x="1215172" y="5222589"/>
            <a:ext cx="9231222" cy="95410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Although there are no times when family members bow to each other, when guests come to the front door, they bow.</a:t>
            </a:r>
          </a:p>
        </p:txBody>
      </p:sp>
    </p:spTree>
    <p:extLst>
      <p:ext uri="{BB962C8B-B14F-4D97-AF65-F5344CB8AC3E}">
        <p14:creationId xmlns:p14="http://schemas.microsoft.com/office/powerpoint/2010/main" val="293181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/>
      <p:bldP spid="7" grpId="0"/>
      <p:bldP spid="8" grpId="0" animBg="1"/>
      <p:bldP spid="10" grpId="0"/>
      <p:bldP spid="11" grpId="0" animBg="1"/>
      <p:bldP spid="12" grpId="0" animBg="1"/>
      <p:bldP spid="13" grpId="0"/>
      <p:bldP spid="14" grpId="0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Macintosh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MS PGothic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Yumiko Adachi</dc:creator>
  <cp:lastModifiedBy>Yumiko Adachi</cp:lastModifiedBy>
  <cp:revision>3</cp:revision>
  <dcterms:created xsi:type="dcterms:W3CDTF">2025-11-21T13:50:02Z</dcterms:created>
  <dcterms:modified xsi:type="dcterms:W3CDTF">2025-11-21T13:54:14Z</dcterms:modified>
</cp:coreProperties>
</file>