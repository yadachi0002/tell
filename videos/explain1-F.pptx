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19" d="100"/>
          <a:sy n="119" d="100"/>
        </p:scale>
        <p:origin x="216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C6551-A5FA-8013-65EC-1CD37F1BF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50A52E-54C9-3402-FF0C-0B003EAA9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A8D6-267B-479A-8F51-1DBA6E3E7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FE9E4-C01F-464B-B458-47732215A239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4D36E-8357-A114-A4BC-A5EE0070B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10671-11A0-DD09-7B2C-592A9BCC2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8AE81-B529-444F-9FAC-75AF2BC6E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477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5753D-1C5E-4094-9AC9-6918BBC2B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29A23-8058-8815-16A2-478C6118E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E9EF3-993F-80F9-9721-47207218E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FE9E4-C01F-464B-B458-47732215A239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55986-0ABD-C5F2-3014-62D87C8D6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F4173-36DA-2F9F-4AB4-4D9E33582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8AE81-B529-444F-9FAC-75AF2BC6E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032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C67EA-FDFF-40C9-E99C-4D0E8C219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7B8A2-159E-685B-DA97-5C80A8B74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F4E51-D44A-9A6A-A914-69C7EE69C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FE9E4-C01F-464B-B458-47732215A239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ED3BA-BD18-5510-474D-AFA092400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B3B91-D10E-2B98-44E1-CFA0B621C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8AE81-B529-444F-9FAC-75AF2BC6E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127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223C9-8CB6-0C28-6524-3704846F0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B0B1E-AE4F-3A48-58D6-32520229DD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BC675-FA36-5379-B31B-6C7FB80E5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D6FC1A-E644-F3A5-BC58-78D307372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FE9E4-C01F-464B-B458-47732215A239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FEA7B-F95B-FE29-6BAD-8C963C6D6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14709-BD2F-EC50-207F-F7EEE0DD1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8AE81-B529-444F-9FAC-75AF2BC6E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08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D1829-A3F1-636F-7B93-D462D0D30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C5FE9-AD54-B305-8FE3-13DD97503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0F58B-0B7B-AE64-05A0-63FD63E91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438104-3E5C-2225-AE5E-2B7BD64AA8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EF6A1B-DF3E-9247-ED5E-93CDF87554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2A4960-BB2D-7154-4118-BF21AB626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FE9E4-C01F-464B-B458-47732215A239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FA8667-80FF-0782-BD77-C06F473D0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ACD083-217C-08D0-462E-118D6BBFD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8AE81-B529-444F-9FAC-75AF2BC6E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124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D9ACB-C210-C875-7A93-152C23A5C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4DF8C5-4E60-4C1F-AEC0-0BCBC8988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FE9E4-C01F-464B-B458-47732215A239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9ECD3B-BC93-0C82-F141-1EDFB1F4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8A53D3-213F-F950-D861-119EA8ABC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8AE81-B529-444F-9FAC-75AF2BC6E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326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4E3B4E-035A-6628-AD0F-EA26DCB2C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FE9E4-C01F-464B-B458-47732215A239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0E0512-C0C8-1A3C-1615-A310D6F58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EED42-FB4F-8A5A-2A18-B60BD9E87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8AE81-B529-444F-9FAC-75AF2BC6E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347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81376-DDDF-625C-67B7-4D73B7C0F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6D152-709F-C9DD-BD61-14A9C0DE7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3B894-F662-DB13-834D-A39D6C741B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4D4BD-ED24-E6F8-4445-AC095455F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FE9E4-C01F-464B-B458-47732215A239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B85D8B-006C-049B-B05A-17F758148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72274-DEA6-2067-81AA-79BBC8F04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8AE81-B529-444F-9FAC-75AF2BC6E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81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47BB6-9647-C64F-3CD5-1D7BE4712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F9EC42-D60D-7EDA-BB56-574A4A7CAF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50FE9D-FE81-CBB1-14B5-B51E534FCA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9E52C6-51D7-359E-5D99-AA11BBD01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FE9E4-C01F-464B-B458-47732215A239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CCAC5-9C35-BB10-0070-AC859C56F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03DE0-BCC6-D7EF-AD9A-D3978E6B8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8AE81-B529-444F-9FAC-75AF2BC6E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899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0E14-CFD9-7D07-F119-5ED43899D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DE8558-87A7-7DAE-8216-E0E54C9E5C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F6AC4-0B2C-0E50-8FDB-CF12E1553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FE9E4-C01F-464B-B458-47732215A239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D1257-AF54-7E1B-43AB-B66A6B0A9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242EB-B9B1-7466-02BF-A6811FF3A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8AE81-B529-444F-9FAC-75AF2BC6E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709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546060-E349-3292-3F02-9030C7E58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73E5C-94E1-9FF7-CB70-B5EE04F30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EFD4C-F27C-95D2-AC5D-52020559B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FE9E4-C01F-464B-B458-47732215A239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DB966-EDDC-A4C0-CD62-F86FC7053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24CAC-F1FB-8E2E-45C7-AF842C173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8AE81-B529-444F-9FAC-75AF2BC6E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445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DFEAB1-81F8-8B8A-9A8B-A0127421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9E6F06-ACF7-FF90-2F60-30DB05D01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92049-C293-B8D7-708E-8A003A308E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DFE9E4-C01F-464B-B458-47732215A239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E9A60-1CA5-EDEF-0962-88C90AB9C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A208C-486A-722F-FA83-68B0165435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D8AE81-B529-444F-9FAC-75AF2BC6E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27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EDA83E-F696-D106-F458-CCF52E5353A7}"/>
              </a:ext>
            </a:extLst>
          </p:cNvPr>
          <p:cNvSpPr txBox="1"/>
          <p:nvPr/>
        </p:nvSpPr>
        <p:spPr>
          <a:xfrm>
            <a:off x="2382013" y="2194845"/>
            <a:ext cx="7334188" cy="799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外で近所の人に会った時も、おじぎをします</a:t>
            </a:r>
            <a:r>
              <a:rPr lang="en-US" sz="2800" dirty="0">
                <a:latin typeface="MS PGothic" panose="020B0600070205080204" pitchFamily="34" charset="-128"/>
                <a:ea typeface="MS PGothic" panose="020B0600070205080204" pitchFamily="34" charset="-128"/>
              </a:rPr>
              <a:t>。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ADFCFB9-01C6-2744-6E48-930A49B3124C}"/>
              </a:ext>
            </a:extLst>
          </p:cNvPr>
          <p:cNvSpPr/>
          <p:nvPr/>
        </p:nvSpPr>
        <p:spPr>
          <a:xfrm>
            <a:off x="2382013" y="2383909"/>
            <a:ext cx="3514694" cy="748710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DEE3E92-3E49-6BA5-3E84-06C48E44F2FD}"/>
              </a:ext>
            </a:extLst>
          </p:cNvPr>
          <p:cNvSpPr/>
          <p:nvPr/>
        </p:nvSpPr>
        <p:spPr>
          <a:xfrm>
            <a:off x="6719551" y="2383909"/>
            <a:ext cx="2201710" cy="748710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D71788-91E3-4DD2-12EB-838E2F3723D4}"/>
              </a:ext>
            </a:extLst>
          </p:cNvPr>
          <p:cNvSpPr txBox="1"/>
          <p:nvPr/>
        </p:nvSpPr>
        <p:spPr>
          <a:xfrm>
            <a:off x="4139360" y="1783728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324D58-0AD6-F581-34D5-1B8FD9E5E5A2}"/>
              </a:ext>
            </a:extLst>
          </p:cNvPr>
          <p:cNvSpPr txBox="1"/>
          <p:nvPr/>
        </p:nvSpPr>
        <p:spPr>
          <a:xfrm>
            <a:off x="7593050" y="1783727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272715-8AF5-6EDB-385F-B9AEE421E0B5}"/>
              </a:ext>
            </a:extLst>
          </p:cNvPr>
          <p:cNvSpPr txBox="1"/>
          <p:nvPr/>
        </p:nvSpPr>
        <p:spPr>
          <a:xfrm>
            <a:off x="2382013" y="4251353"/>
            <a:ext cx="7998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Also when meeting a neighbor outside, they bow.</a:t>
            </a: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F14ADFE5-F00A-7130-D6C7-73852AB61E5B}"/>
              </a:ext>
            </a:extLst>
          </p:cNvPr>
          <p:cNvSpPr/>
          <p:nvPr/>
        </p:nvSpPr>
        <p:spPr>
          <a:xfrm>
            <a:off x="4139360" y="791147"/>
            <a:ext cx="2737474" cy="775073"/>
          </a:xfrm>
          <a:prstGeom prst="wedgeRoundRectCallout">
            <a:avLst>
              <a:gd name="adj1" fmla="val 24505"/>
              <a:gd name="adj2" fmla="val 104105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A時、B</a:t>
            </a:r>
            <a:endParaRPr lang="en-US" sz="2400" dirty="0"/>
          </a:p>
          <a:p>
            <a:pPr algn="ctr"/>
            <a:r>
              <a:rPr lang="en-US" sz="2400" dirty="0"/>
              <a:t>＝When A, B</a:t>
            </a:r>
          </a:p>
        </p:txBody>
      </p:sp>
    </p:spTree>
    <p:extLst>
      <p:ext uri="{BB962C8B-B14F-4D97-AF65-F5344CB8AC3E}">
        <p14:creationId xmlns:p14="http://schemas.microsoft.com/office/powerpoint/2010/main" val="2773151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/>
      <p:bldP spid="7" grpId="0"/>
      <p:bldP spid="8" grpId="0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MS PGothic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Yumiko Adachi</dc:creator>
  <cp:lastModifiedBy>Yumiko Adachi</cp:lastModifiedBy>
  <cp:revision>1</cp:revision>
  <dcterms:created xsi:type="dcterms:W3CDTF">2025-11-21T14:25:01Z</dcterms:created>
  <dcterms:modified xsi:type="dcterms:W3CDTF">2025-11-21T14:25:18Z</dcterms:modified>
</cp:coreProperties>
</file>