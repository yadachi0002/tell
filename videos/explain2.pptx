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4"/>
  </p:normalViewPr>
  <p:slideViewPr>
    <p:cSldViewPr snapToGrid="0">
      <p:cViewPr varScale="1">
        <p:scale>
          <a:sx n="119" d="100"/>
          <a:sy n="119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7ED15-4A9D-684D-9193-7AEA89CC5E9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7D337-AE40-6345-A020-3DDA5CD0A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17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25F8-B0FD-2047-8885-096491E2C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88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0C4C-28F3-9307-865F-CDF2065FB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3F910-7443-ACC0-C2CD-9DA39A489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81806-C11D-76E3-5C1E-FA410AE56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6E6A2-99C9-5C39-ACBF-93AE27D1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1E07F-EDFA-E350-8820-EA69F953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7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C47D6-9FF5-5C27-B63A-49116E8D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68B4C-147E-FA49-ADDC-4214B4362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CF8EB-3E83-301D-D6E3-BBDD7994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C36AA-427C-2004-B332-BB92747D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A18E0-1491-30CD-86C2-70D7D1C9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4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4610-B1B0-7A6D-0F82-DDA30D33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D2A8C-0859-D0E2-9382-44C81B8A2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13DE-554C-1FAE-6C19-EB2C4656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13090-024A-D4BF-3831-DDFB1D971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9EE50-4B60-DAEC-E8B6-2F0674BEB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76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FC54-CF89-A514-A018-6455ADC2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0AD2D-ECE4-5185-5732-AF9AEF56D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08DAE-2A67-64DF-3FE3-964428394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31B3E-9B58-799F-92C3-931479EF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21B75-68EA-DCB7-0EA1-2DBDEAB8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5129E-B902-1C60-C7A2-B4D1383D3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3B78-61F3-4A69-4986-C62DECF1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01A78-73F6-3A46-D33D-636DBAC1A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2FD6B-B038-EC0D-DB5E-E1386CEDC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F8596-245B-52FE-4531-0975D90A3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38AAB-4A9B-D76D-3CF3-7FB9105DF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96CC2-27D9-37DB-2266-C1759974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0098F1-2ADE-5FB0-E7C3-624869240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EEBF27-8B07-4766-9E37-BD32FBBE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1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16409-8EF6-3E7D-B2AB-2D78FA1A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6C913-7473-9F14-5760-ECAAFE03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28824-20B6-43D1-D4FB-8A1DC13E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41145-6CBE-9F8C-EB86-CB2B8BD9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5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D6C9A-D59A-8A2B-79C4-245D6B13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FD8CB4-64DF-6125-1DBD-DF32ADCD6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015FF-0723-38CD-445B-9550BC56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5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6778-563B-E5A2-1143-BEA28C7E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59AD0-B2FE-2826-9EBF-04D7CB94E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264EE-ED49-C1C2-C2FD-FE768713D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B9B50-5C2E-0F03-2025-DC3D5BB2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E96B6-3972-D57C-5A4F-0710152B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E2234-6B4A-5AF6-C89B-9143E8A1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75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4ABB1-6F47-A55E-1FFC-8A0DCF62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8A7597-14A0-09D0-49DD-32D77CF5C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0FE40-32BA-8EFA-4408-3A44CD9B1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E5C7D-FCD3-35D7-CC8F-3CFBFC6C8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E59B5-DC8F-293A-005E-85C9E76C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E7232-B72E-065F-270B-F8057283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3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836A-32BD-4E86-294F-B9EC87A1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B6C40-45E3-A7F4-BD90-F6653E6D1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BC3ED-E412-093E-5FD9-711AF4E0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5811D-CE35-19D1-3998-91E2805B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40CE7-F182-09AD-B749-55B2E291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70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147C49-0D8B-419B-173C-AD3052109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4FA16-F37F-39F4-A412-E676AC6CD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68AA4-C1FB-F390-40BC-94969EA4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74312-FA6E-8E54-2498-DAF51A6B9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00AC2-E38C-335F-4BA0-4A64F16C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1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BEF76-399B-15D5-E9D9-2A3E31E2C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BFC90-6196-6297-8353-0B34ECFA8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39FE8-0504-3B7E-1965-C44F758786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C5C06-1B87-994F-908F-7D3B62C4BDB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09977-F6EC-F3BE-3FC7-C1E175F61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4348C-0908-C6FA-654C-5C8CE2E06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DB7A3-8C05-8249-A964-E5B845891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88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D81270-B6E1-FF59-987D-0DE580B4DB71}"/>
              </a:ext>
            </a:extLst>
          </p:cNvPr>
          <p:cNvSpPr txBox="1"/>
          <p:nvPr/>
        </p:nvSpPr>
        <p:spPr>
          <a:xfrm>
            <a:off x="242552" y="549539"/>
            <a:ext cx="11706894" cy="1930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ミッシェルは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おじぎのことをもっとよく知りたいと思って、大学の図書館で日本人の習慣を</a:t>
            </a:r>
            <a:endParaRPr lang="en-US" sz="28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説明している本を借りて、おじぎ</a:t>
            </a:r>
            <a:r>
              <a:rPr lang="en-US" sz="2800" b="1" dirty="0" err="1">
                <a:solidFill>
                  <a:srgbClr val="FF000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について</a:t>
            </a: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読んでみました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DA2EDF6-9CB0-A783-981F-355A7254ACBD}"/>
              </a:ext>
            </a:extLst>
          </p:cNvPr>
          <p:cNvSpPr/>
          <p:nvPr/>
        </p:nvSpPr>
        <p:spPr>
          <a:xfrm>
            <a:off x="242552" y="609456"/>
            <a:ext cx="1534732" cy="688769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B5B1F-E6DA-F9AC-4327-09DD0299483D}"/>
              </a:ext>
            </a:extLst>
          </p:cNvPr>
          <p:cNvSpPr txBox="1"/>
          <p:nvPr/>
        </p:nvSpPr>
        <p:spPr>
          <a:xfrm>
            <a:off x="487114" y="56278"/>
            <a:ext cx="1045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Topic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8D7AD7-EC0A-018C-6BB0-6A9EAD7D38E1}"/>
              </a:ext>
            </a:extLst>
          </p:cNvPr>
          <p:cNvSpPr/>
          <p:nvPr/>
        </p:nvSpPr>
        <p:spPr>
          <a:xfrm>
            <a:off x="242552" y="1312722"/>
            <a:ext cx="11616741" cy="125834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EB876F-1A08-9237-956C-793534108803}"/>
              </a:ext>
            </a:extLst>
          </p:cNvPr>
          <p:cNvSpPr/>
          <p:nvPr/>
        </p:nvSpPr>
        <p:spPr>
          <a:xfrm>
            <a:off x="6357871" y="1888902"/>
            <a:ext cx="2361126" cy="636571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58FC5-A498-C6DB-06C4-9F3EF04F234C}"/>
              </a:ext>
            </a:extLst>
          </p:cNvPr>
          <p:cNvSpPr txBox="1"/>
          <p:nvPr/>
        </p:nvSpPr>
        <p:spPr>
          <a:xfrm>
            <a:off x="5186936" y="775005"/>
            <a:ext cx="1818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Comment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4DF1BE-DDD7-7E6F-F3C1-53DE9F10169C}"/>
              </a:ext>
            </a:extLst>
          </p:cNvPr>
          <p:cNvSpPr txBox="1"/>
          <p:nvPr/>
        </p:nvSpPr>
        <p:spPr>
          <a:xfrm>
            <a:off x="6357871" y="2585567"/>
            <a:ext cx="4565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Main point of the comment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68C91-10B9-BAB0-B925-5E2A40B30742}"/>
              </a:ext>
            </a:extLst>
          </p:cNvPr>
          <p:cNvSpPr txBox="1"/>
          <p:nvPr/>
        </p:nvSpPr>
        <p:spPr>
          <a:xfrm>
            <a:off x="330559" y="3633305"/>
            <a:ext cx="11402096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ミッシェルは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、・・・</a:t>
            </a: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読んでみました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Read what?</a:t>
            </a:r>
          </a:p>
          <a:p>
            <a:pPr marL="457200" indent="-457200">
              <a:buFont typeface="Wingdings" pitchFamily="2" charset="2"/>
              <a:buChar char="è"/>
            </a:pP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ミッシェルは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、・・・</a:t>
            </a: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おじぎについて読んでみました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  <a:p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Why?</a:t>
            </a:r>
          </a:p>
          <a:p>
            <a:pPr marL="457200" indent="-457200">
              <a:buFont typeface="Wingdings" pitchFamily="2" charset="2"/>
              <a:buChar char="è"/>
            </a:pP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おじぎのことをもっとよく知りたいと思って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How?</a:t>
            </a:r>
          </a:p>
          <a:p>
            <a:pPr marL="457200" indent="-457200">
              <a:buFont typeface="Wingdings" pitchFamily="2" charset="2"/>
              <a:buChar char="è"/>
            </a:pP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大学の図書館で日本人の習慣を説明している本を借りて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00ACE9D5-4AAB-76EA-14A1-D18CF288AA0E}"/>
              </a:ext>
            </a:extLst>
          </p:cNvPr>
          <p:cNvSpPr/>
          <p:nvPr/>
        </p:nvSpPr>
        <p:spPr>
          <a:xfrm>
            <a:off x="4256530" y="2636346"/>
            <a:ext cx="1860811" cy="792654"/>
          </a:xfrm>
          <a:prstGeom prst="wedgeRoundRectCallout">
            <a:avLst>
              <a:gd name="adj1" fmla="val 34797"/>
              <a:gd name="adj2" fmla="val -76417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Aについて</a:t>
            </a:r>
            <a:endParaRPr lang="en-US" sz="2400" dirty="0"/>
          </a:p>
          <a:p>
            <a:pPr marL="342900" indent="-342900" algn="ctr">
              <a:buFont typeface="Wingdings" pitchFamily="2" charset="2"/>
              <a:buChar char="è"/>
            </a:pPr>
            <a:r>
              <a:rPr lang="en-US" sz="2400" dirty="0"/>
              <a:t>About A</a:t>
            </a:r>
          </a:p>
        </p:txBody>
      </p:sp>
    </p:spTree>
    <p:extLst>
      <p:ext uri="{BB962C8B-B14F-4D97-AF65-F5344CB8AC3E}">
        <p14:creationId xmlns:p14="http://schemas.microsoft.com/office/powerpoint/2010/main" val="262209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7" grpId="0" animBg="1"/>
      <p:bldP spid="8" grpId="0"/>
      <p:bldP spid="9" grpId="0"/>
      <p:bldP spid="11" grpId="0" uiExpand="1" build="p" animBg="1"/>
      <p:bldP spid="12" grpId="0" uiExpand="1" build="allAtOnce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Macintosh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PGothic</vt:lpstr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Yumiko Adachi</dc:creator>
  <cp:lastModifiedBy>Yumiko Adachi</cp:lastModifiedBy>
  <cp:revision>1</cp:revision>
  <dcterms:created xsi:type="dcterms:W3CDTF">2025-11-21T15:20:59Z</dcterms:created>
  <dcterms:modified xsi:type="dcterms:W3CDTF">2025-11-21T15:21:06Z</dcterms:modified>
</cp:coreProperties>
</file>