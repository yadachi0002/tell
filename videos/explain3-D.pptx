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94"/>
  </p:normalViewPr>
  <p:slideViewPr>
    <p:cSldViewPr snapToGrid="0">
      <p:cViewPr varScale="1">
        <p:scale>
          <a:sx n="119" d="100"/>
          <a:sy n="119" d="100"/>
        </p:scale>
        <p:origin x="216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302B5-3789-739D-084F-9D39CA951A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953727-EA6B-5C30-C637-D43FFC9B72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2C1FA-86FC-BF8E-7514-EC2EB1DDD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000D8-FD8C-C341-84FC-D94418E729F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D8F30-6024-E325-9ED6-774A2585F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EFC72-28F8-55D6-3C19-59B63B4EE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92AD5-3630-5E40-9F27-7DB1E3007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89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7DCB0-CDE4-5EA5-ED05-D24CC4A2C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9163F-4157-A7D4-7959-5A902288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8B902-B43D-BD8E-7D44-2E726F4A5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000D8-FD8C-C341-84FC-D94418E729F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1FE01-3B77-068F-8EA0-7AB8F6F8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6FCA3-FBC7-FCDD-D470-ED10167FC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92AD5-3630-5E40-9F27-7DB1E3007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30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A80C2-C367-3071-E99B-FB23C128D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63724A-8D7B-8B7B-637D-768832574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6AF59-A552-AE88-E349-3AABB28F8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000D8-FD8C-C341-84FC-D94418E729F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DF5B5-318D-182A-B681-F6589C60C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E2D18-2365-DE1F-DCBF-F34805316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92AD5-3630-5E40-9F27-7DB1E3007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818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CDE5A-A97C-C8B6-7447-CBCC2455B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F7424-CE77-B51E-715F-CBBA812802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CB6F4C-87D1-B1DA-6F92-176D9D2721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390ED-CD20-AF30-8225-63EB0671D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000D8-FD8C-C341-84FC-D94418E729F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C929C-9FE8-8F33-F1DF-A6A3E79ED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496ADA-9CFB-1763-6B5D-F3BF50F4C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92AD5-3630-5E40-9F27-7DB1E3007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083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A888C-7359-5FA6-BAE3-DE8AC81FA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FE4B9-BDC7-1DE1-A620-89E9C9089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132677-AAF3-AC42-3C8A-4CCB0DA128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64EBDF-E076-2C83-398A-8BAAD3E256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2139DD-C48D-D748-147A-13733CEF60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576B06-798B-7624-9B8B-523E8588A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000D8-FD8C-C341-84FC-D94418E729F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4580D5-3C12-FE4C-7E3E-CC667BDDC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F9A7DC-47A0-2B42-B34B-C259A6008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92AD5-3630-5E40-9F27-7DB1E3007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173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F4D46-50F0-F14C-35D4-8D1B88AAC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AC9183-9017-B47B-3DC3-BF97D12DA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000D8-FD8C-C341-84FC-D94418E729F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DEB850-34C0-3BAD-878A-9E82D09A9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F1BDD5-A3D8-5342-ADF1-453C41511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92AD5-3630-5E40-9F27-7DB1E3007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278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DD17B4-D070-3947-FF2D-8DD1233F1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000D8-FD8C-C341-84FC-D94418E729F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4DB1E1-F166-7136-F0C7-AE468E8FD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6E9CD-A524-0949-6DCE-2C7A91197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92AD5-3630-5E40-9F27-7DB1E3007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038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6B933-75CC-0F3E-1A2F-FFBA03E4B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7D3D8-E943-DA6F-453A-667DE8991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A6367E-13D5-C5D8-E9A2-F7C6E50BFF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6901F7-85DF-381C-BE68-AC67161DC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000D8-FD8C-C341-84FC-D94418E729F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40CBAE-065F-8644-4DDF-767190164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D55C78-C5D0-BE75-E934-C2B7F3CF2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92AD5-3630-5E40-9F27-7DB1E3007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98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20BA0-43A1-C2FB-2A69-7AC6C67A9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9BE5FE-B38E-E95A-8E7C-419493E355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BDA4F0-8409-DFD4-ACF3-CDF4A0453E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BC4FA-48EF-8AE0-D7F1-6CCC2071E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000D8-FD8C-C341-84FC-D94418E729F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72BB9-5ABE-2519-8698-AF36F184D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DF019F-2E7A-55A7-AFAB-4DE14A493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92AD5-3630-5E40-9F27-7DB1E3007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566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89AEF-79F8-A002-1BFF-88E59647B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36F2C2-01C3-FF34-555D-033ABCFACB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791E4-952E-C15D-7BF4-CF4E94FEE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000D8-FD8C-C341-84FC-D94418E729F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50FBE-3D68-1914-E9AE-EF6F1BB7D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BE305-0E7E-02B8-FE33-294F78C81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92AD5-3630-5E40-9F27-7DB1E3007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780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60E055-52EC-E8C8-8598-AEB6CFCD45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353934-14A8-78D8-64E7-4225F39388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E5475-2ADB-6B60-3D17-F84D3F8BC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000D8-FD8C-C341-84FC-D94418E729F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07E1C-A96F-7890-2C47-A71F933D9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9111C-DD96-C515-D3A4-28611552E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92AD5-3630-5E40-9F27-7DB1E3007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203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8B20DA-2283-2540-0208-404CA0DD6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C6AD9-EDB1-4762-C9F9-7AE2ED8CE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EEB85-1D39-B121-E9BC-2F04EF8C72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4000D8-FD8C-C341-84FC-D94418E729F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5F6CB-F664-DBEF-3F5C-1F351369A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BF4AB-E3A5-546C-217E-E6177A76FE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592AD5-3630-5E40-9F27-7DB1E3007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452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07C26F-9E69-94CE-55B5-F81D07C37B11}"/>
              </a:ext>
            </a:extLst>
          </p:cNvPr>
          <p:cNvSpPr txBox="1"/>
          <p:nvPr/>
        </p:nvSpPr>
        <p:spPr>
          <a:xfrm>
            <a:off x="787672" y="735931"/>
            <a:ext cx="10021003" cy="1661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お店の店員やレストランのホールスタッフ</a:t>
            </a:r>
            <a:r>
              <a:rPr lang="en-US" sz="2800" b="1" dirty="0" err="1">
                <a:solidFill>
                  <a:srgbClr val="FF000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も</a:t>
            </a:r>
            <a:r>
              <a:rPr lang="en-US" sz="2800" dirty="0">
                <a:latin typeface="MS PGothic" panose="020B0600070205080204" pitchFamily="34" charset="-128"/>
                <a:ea typeface="MS PGothic" panose="020B0600070205080204" pitchFamily="34" charset="-128"/>
              </a:rPr>
              <a:t>、</a:t>
            </a:r>
          </a:p>
          <a:p>
            <a:pPr>
              <a:lnSpc>
                <a:spcPct val="200000"/>
              </a:lnSpc>
            </a:pPr>
            <a:r>
              <a:rPr lang="en-US" sz="28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お客さんに深いおじぎをしなくてはいけません</a:t>
            </a:r>
            <a:r>
              <a:rPr lang="en-US" sz="2800" dirty="0">
                <a:latin typeface="MS PGothic" panose="020B0600070205080204" pitchFamily="34" charset="-128"/>
                <a:ea typeface="MS PGothic" panose="020B0600070205080204" pitchFamily="34" charset="-128"/>
              </a:rPr>
              <a:t>。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150DDF1-7258-FAA2-E28F-05CB2DD369D7}"/>
              </a:ext>
            </a:extLst>
          </p:cNvPr>
          <p:cNvSpPr/>
          <p:nvPr/>
        </p:nvSpPr>
        <p:spPr>
          <a:xfrm>
            <a:off x="2475795" y="1904167"/>
            <a:ext cx="5144205" cy="530352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B8EEC7-C1A9-B54B-1F2C-D46AC1C7B6FB}"/>
              </a:ext>
            </a:extLst>
          </p:cNvPr>
          <p:cNvSpPr txBox="1"/>
          <p:nvPr/>
        </p:nvSpPr>
        <p:spPr>
          <a:xfrm>
            <a:off x="3179180" y="2588128"/>
            <a:ext cx="4866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Main point of the sentence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F5396D-2189-4E29-7E4B-9ACC68A5D043}"/>
              </a:ext>
            </a:extLst>
          </p:cNvPr>
          <p:cNvSpPr txBox="1"/>
          <p:nvPr/>
        </p:nvSpPr>
        <p:spPr>
          <a:xfrm>
            <a:off x="676304" y="3429000"/>
            <a:ext cx="11295110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深いおじぎをしなくてはいけません</a:t>
            </a:r>
            <a:r>
              <a:rPr 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。</a:t>
            </a:r>
          </a:p>
          <a:p>
            <a:endParaRPr lang="en-US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r>
              <a:rPr 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To whom?</a:t>
            </a:r>
          </a:p>
          <a:p>
            <a:r>
              <a:rPr lang="en-US" sz="24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お客さんに</a:t>
            </a:r>
            <a:endParaRPr lang="en-US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r>
              <a:rPr 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Who must bow deeply?</a:t>
            </a:r>
          </a:p>
          <a:p>
            <a:r>
              <a:rPr lang="en-US" sz="24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お店の店員やレストランのホールスタッフ</a:t>
            </a:r>
            <a:endParaRPr lang="en-US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EC938094-0173-CD9A-8E78-96BB2873B2A1}"/>
              </a:ext>
            </a:extLst>
          </p:cNvPr>
          <p:cNvSpPr/>
          <p:nvPr/>
        </p:nvSpPr>
        <p:spPr>
          <a:xfrm>
            <a:off x="8045522" y="240923"/>
            <a:ext cx="3779580" cy="2368216"/>
          </a:xfrm>
          <a:prstGeom prst="wedgeRoundRectCallout">
            <a:avLst>
              <a:gd name="adj1" fmla="val -61938"/>
              <a:gd name="adj2" fmla="val -6944"/>
              <a:gd name="adj3" fmla="val 1666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も</a:t>
            </a:r>
            <a:r>
              <a:rPr lang="en-US" sz="2400" dirty="0"/>
              <a:t> marks who must </a:t>
            </a:r>
            <a:r>
              <a:rPr lang="en-US" sz="2400" b="1" u="sng" dirty="0"/>
              <a:t>also</a:t>
            </a:r>
            <a:r>
              <a:rPr lang="en-US" sz="2400" dirty="0"/>
              <a:t> bow deeply</a:t>
            </a:r>
          </a:p>
          <a:p>
            <a:pPr algn="ctr"/>
            <a:r>
              <a:rPr lang="en-US" sz="2400" dirty="0"/>
              <a:t>- The previous sentence stated </a:t>
            </a:r>
            <a:r>
              <a:rPr lang="en-US" sz="2400" dirty="0" err="1"/>
              <a:t>目下の人</a:t>
            </a:r>
            <a:r>
              <a:rPr lang="en-US" sz="2400" dirty="0"/>
              <a:t> must bow deeply to </a:t>
            </a:r>
            <a:r>
              <a:rPr lang="en-US" sz="2400" dirty="0" err="1"/>
              <a:t>目上の人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59303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 uiExpand="1" build="p" animBg="1"/>
      <p:bldP spid="6" grpId="0" build="p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Macintosh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MS PGothic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Yumiko Adachi</dc:creator>
  <cp:lastModifiedBy>Yumiko Adachi</cp:lastModifiedBy>
  <cp:revision>1</cp:revision>
  <dcterms:created xsi:type="dcterms:W3CDTF">2025-11-21T15:30:56Z</dcterms:created>
  <dcterms:modified xsi:type="dcterms:W3CDTF">2025-11-21T15:31:05Z</dcterms:modified>
</cp:coreProperties>
</file>