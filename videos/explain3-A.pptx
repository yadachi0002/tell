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0"/>
  </p:normalViewPr>
  <p:slideViewPr>
    <p:cSldViewPr snapToGrid="0">
      <p:cViewPr varScale="1">
        <p:scale>
          <a:sx n="91" d="100"/>
          <a:sy n="91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9FA43-D5F4-B943-B83A-8FC041A4122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7B4F5-1DA4-234A-AEE2-C92FFA9C36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5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39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C050-7BB1-9C49-404A-EC380AF62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93D19-31D3-2D40-C614-EA8E3362F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9FCBD-70B8-9364-A883-A68B21C9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D507E-8A2E-DC24-6D2E-E4A08254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8F37A-CC03-C41A-890A-FF8C155B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9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D160-2CD0-ED65-0A91-3A9514B4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9E43-1E1A-F736-CDF5-7E8B59728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78632-C674-CCBE-1F38-5199CD33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A97A4-B2EB-D428-4238-10411D64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2BE9B-BB4D-0D88-5C9F-F1EBF756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1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8DB2-1DE4-E641-FAE2-DBB098FC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EA048-61F4-77D5-ACE0-3B1F138B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7AA2-66F6-8B1F-A1E6-793BD5902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40A90-786F-3178-978F-65EAB2E5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228F-2E2E-D5B6-4559-8A8C795E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4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74BE-0245-4A88-602C-97B9A624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F3CB-3050-711E-0494-9AFDEB081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FCDFB-861B-6099-BA82-BB524F104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26CBF-409A-8F04-1C19-EFCE7DAA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FFC54-7A25-80EC-8D86-1F7ABC17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4EA66-D3C8-4A2D-A45A-03C5B6FA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6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27D0-1CFE-AB62-6CDC-A4189E92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5626D-FCA3-A51E-B9D5-505821DC8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1FA89-3E64-CDA4-B3E2-316FB29E4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C1207-9DD3-BE27-7153-F73913238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48BA6-1392-87D5-4CB7-2E82E2B4B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75417-EABB-4BC6-EC20-35F76B1B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852F9-E5E7-8298-B159-81FA5DDB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A4F02-B806-E53A-09DF-6D483DEB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0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DA9A-2C3F-FA04-5C87-9C89C963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D1BC6-77C9-2D72-029A-7FD9DDB2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7C824-2FA3-EAAA-2B0D-04AEE8CF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E2FAD-42B1-D329-0D0A-9520B2D4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6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4DC95-D53B-506C-8C97-7CA644A5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CE6F5-412E-A033-B1AF-BF242E1A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1E55F-0328-A588-777B-456BC9CA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2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022E-285A-5F77-DBEB-12A34868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6D52-FA20-57D8-0397-563440BA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67D4C-F19F-5DF0-7E43-B8EE04D15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B63A-1DA2-C4BF-047E-28541F21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D5DDB-D0E9-202F-A215-F9917CB1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6BBFD-30EA-2714-2C30-EBDCF6F0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1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0433-AAA2-31D2-4484-B2F3E716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056D8-A595-A729-6562-663E4F1AE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1B93A-5250-0D4F-C065-FCF3B490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F9C7F-2B4F-1746-52ED-13CB82B6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CE7AC-E068-58DF-8D23-5266E9CF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B5035-A95C-F0B6-D8EF-C93273C3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1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5B59-DDD6-2B81-74B5-73E33A90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ADDC0-E21D-74CF-B9E9-90521A6A0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0C5AB-9916-CF51-6EB0-BF246D5B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80911-6672-91FC-5C6C-F82B739F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97FAA-D0C4-C83A-1BAE-1F67ABEE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3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818510-A738-A282-B3D0-16FFB70A9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71652-EF6A-2C7B-B8D2-BEE344B3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E8519-866C-FF9B-E86C-9BDE88BC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E57E9-AE88-A4EE-4270-B6554271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33B96-F58A-F419-6B6B-24C43A3C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2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2C10D-DF99-8289-A7D7-65A9131B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B38BC-2350-8213-9B48-D7239547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0A95F-5F1E-8578-3FF6-DA5B6C3A1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3EE99-03DA-3F41-8117-ACC4F77596A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CB6F5-2DAC-6206-C169-949601D17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B61F-C4E6-B343-AD64-BAAFB75AE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B0E28-1FA6-4548-96F0-D4539B1BD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A30FB-B938-8886-57C3-0562C36DDE63}"/>
              </a:ext>
            </a:extLst>
          </p:cNvPr>
          <p:cNvSpPr txBox="1"/>
          <p:nvPr/>
        </p:nvSpPr>
        <p:spPr>
          <a:xfrm>
            <a:off x="1788017" y="1038936"/>
            <a:ext cx="8888569" cy="16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まず、目上の人と目下の人が会った</a:t>
            </a:r>
            <a:r>
              <a:rPr lang="en-US" sz="2800" b="1" dirty="0" err="1">
                <a:solidFill>
                  <a:schemeClr val="accent2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時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目下の人のほうが深いおじぎをしなくてはいけません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3C2910-D983-38E3-5CC2-5A2937F65D97}"/>
              </a:ext>
            </a:extLst>
          </p:cNvPr>
          <p:cNvSpPr/>
          <p:nvPr/>
        </p:nvSpPr>
        <p:spPr>
          <a:xfrm>
            <a:off x="4606344" y="2096998"/>
            <a:ext cx="5078569" cy="636571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4F042-89BF-96B9-FB42-E4E5D9D19BB9}"/>
              </a:ext>
            </a:extLst>
          </p:cNvPr>
          <p:cNvSpPr txBox="1"/>
          <p:nvPr/>
        </p:nvSpPr>
        <p:spPr>
          <a:xfrm>
            <a:off x="4980001" y="2824183"/>
            <a:ext cx="4515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Main point of the sentence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9124E8D6-8DB7-6137-AFB2-15DA3693A562}"/>
              </a:ext>
            </a:extLst>
          </p:cNvPr>
          <p:cNvSpPr/>
          <p:nvPr/>
        </p:nvSpPr>
        <p:spPr>
          <a:xfrm>
            <a:off x="8074827" y="334851"/>
            <a:ext cx="3902526" cy="924771"/>
          </a:xfrm>
          <a:prstGeom prst="wedgeRoundRectCallout">
            <a:avLst>
              <a:gd name="adj1" fmla="val 1132"/>
              <a:gd name="adj2" fmla="val 93892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Remember: the main point comes at the end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92640-3C65-D839-BFE3-D14A60BE8114}"/>
              </a:ext>
            </a:extLst>
          </p:cNvPr>
          <p:cNvSpPr txBox="1"/>
          <p:nvPr/>
        </p:nvSpPr>
        <p:spPr>
          <a:xfrm>
            <a:off x="487249" y="3706432"/>
            <a:ext cx="11490103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深いおじぎをしなくてはいけません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endParaRPr lang="en-US" sz="28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In what context?</a:t>
            </a:r>
          </a:p>
          <a:p>
            <a:pPr marL="342900" indent="-342900">
              <a:buFont typeface="Wingdings" pitchFamily="2" charset="2"/>
              <a:buChar char="è"/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目上の人と目下の人が会った時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Who?</a:t>
            </a:r>
          </a:p>
          <a:p>
            <a:pPr marL="342900" indent="-342900">
              <a:buFont typeface="Wingdings" pitchFamily="2" charset="2"/>
              <a:buChar char="è"/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目下の人のほうが（目上の人より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）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0A49D933-2E06-F2D6-36D2-5CA2B59ACE2F}"/>
              </a:ext>
            </a:extLst>
          </p:cNvPr>
          <p:cNvSpPr/>
          <p:nvPr/>
        </p:nvSpPr>
        <p:spPr>
          <a:xfrm>
            <a:off x="2919945" y="132321"/>
            <a:ext cx="2011477" cy="782400"/>
          </a:xfrm>
          <a:prstGeom prst="wedgeRoundRectCallout">
            <a:avLst>
              <a:gd name="adj1" fmla="val 36774"/>
              <a:gd name="adj2" fmla="val 7021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A時、B</a:t>
            </a:r>
            <a:r>
              <a:rPr lang="en-US" sz="2400" dirty="0"/>
              <a:t>。</a:t>
            </a:r>
          </a:p>
          <a:p>
            <a:pPr algn="ctr"/>
            <a:r>
              <a:rPr lang="en-US" sz="2400" dirty="0"/>
              <a:t>When A, B.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746360-5A4E-0CF1-A3AF-B7271794A361}"/>
              </a:ext>
            </a:extLst>
          </p:cNvPr>
          <p:cNvSpPr/>
          <p:nvPr/>
        </p:nvSpPr>
        <p:spPr>
          <a:xfrm>
            <a:off x="2704562" y="1143919"/>
            <a:ext cx="4533365" cy="82886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BDD322-4FDD-5887-C317-A1EAB5D59B07}"/>
              </a:ext>
            </a:extLst>
          </p:cNvPr>
          <p:cNvSpPr/>
          <p:nvPr/>
        </p:nvSpPr>
        <p:spPr>
          <a:xfrm>
            <a:off x="1788017" y="2030817"/>
            <a:ext cx="8102958" cy="834157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8005C-A0CE-1BFC-D0A8-41DF320E5B5A}"/>
              </a:ext>
            </a:extLst>
          </p:cNvPr>
          <p:cNvSpPr txBox="1"/>
          <p:nvPr/>
        </p:nvSpPr>
        <p:spPr>
          <a:xfrm>
            <a:off x="5097491" y="67722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01E4D-0097-C732-8131-389741040D57}"/>
              </a:ext>
            </a:extLst>
          </p:cNvPr>
          <p:cNvSpPr txBox="1"/>
          <p:nvPr/>
        </p:nvSpPr>
        <p:spPr>
          <a:xfrm>
            <a:off x="4240538" y="288573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16637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uiExpand="1" build="p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2025-11-18T18:24:22Z</dcterms:created>
  <dcterms:modified xsi:type="dcterms:W3CDTF">2025-11-18T18:24:40Z</dcterms:modified>
</cp:coreProperties>
</file>