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4"/>
  </p:normalViewPr>
  <p:slideViewPr>
    <p:cSldViewPr snapToGrid="0">
      <p:cViewPr varScale="1">
        <p:scale>
          <a:sx n="88" d="100"/>
          <a:sy n="88" d="100"/>
        </p:scale>
        <p:origin x="176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7B82A-5C1C-B34D-A0C6-9921523626B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57961-8AFD-C94E-B86B-7F57FDA46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400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25F8-B0FD-2047-8885-096491E2C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40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B113-8B49-96CA-F0F0-7E8BF3F778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12F86-2248-9D1E-1C7E-D4D751C9C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7B1B-B0F1-CA65-7BC0-5DC201224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9B80E-6AEA-7FCA-BAC5-C67BC55A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3D61D-600D-68DE-C65D-CC7796C7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5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26BF-FABA-1A1A-3AD6-955D1A94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1CC82-5B70-9E54-16FE-2976F08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F43CF-509C-6BBA-A0B5-9BAB2AF1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47D68-F758-74F0-B923-72E8F47C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FF63C-4DAA-1680-315A-35605E119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5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25A2-B8DD-62C8-1645-C3E964E3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F2D21-55BF-4DA2-8193-D20FBFF9D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7AE8A-B718-79DC-FB3A-2FCF2FA1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59CA8-28BB-0452-5249-ECA637C9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F04B-800C-CE52-7EDA-032BEF02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1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2FCD3-1B32-7302-1352-F3195A4B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39C05-4A40-8911-71CB-0FC613F8B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5B8A2E-65B8-A94D-AFA7-56D19741B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366A4-4196-D20D-9E65-D5E0A73D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BADAE-1E2A-FB4B-736B-FA2054DB8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ED05A-8F27-A1EF-6A4F-E35C5932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1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7C22C-168D-8602-B5DB-D6769F42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4BEC6-2980-C3E7-3D67-7E5FC5B75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DCEFF-E8E3-626A-F794-6A961A959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F066B-1529-5FC1-B473-926589EE4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86D2F-E8C6-DE11-84D0-90DC58D91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FB41B-F07B-EE6D-8066-5A61E1D6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06427-B02B-B8C6-0AE9-2BC3113E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C2221-B609-476C-5880-AF063E59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05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ABB9-5DC7-B688-F13E-63D5B814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08BCE-CF22-671D-262C-199D8960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89287-C753-5793-59C7-457BA752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9A68C-30C1-791D-35E5-FF3B32F4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3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92C89D-AD67-9338-86CF-48FE3889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5CEA3-1FAB-1313-F09E-00BC2F14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B1547-49B5-3A38-16E9-2EC97359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41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2F910-FC6D-8AE6-4BDA-5E68E94FC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2DAAC-7121-13F2-CDE0-276D90AAB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49A52-A30F-5DB2-53E7-4DC5E58E9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7E56F-5527-6F9D-8E96-E41562EC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EED7E-B4C7-69F2-B53F-096A9A1B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2759E-80F1-5E7B-7B9A-71925BB4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C7F6-12A8-EF06-5556-C11FE9A4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B4305-FFE3-23C0-19B6-77C0D09E62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6A746-0E3A-AC08-BCA2-B4EFDFB02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39EEE-D48A-DCC9-EFEB-4C545833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4CF51-C6B3-93D9-8EC1-FDA65FAE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F2C62-FE2A-27C7-C689-EA6749A9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03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C0BA-6E2C-BF77-D233-AF379ED6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6A941-FBB5-E75B-D787-BBBCED2DE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1B57-3E5F-426A-EE99-93A0DA28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F3A1D-F24B-87DC-95C6-050B43CD0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77F86-829B-4022-17B7-ED48179B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15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9AEC3-9608-AD8D-F6F1-62CC8E2F5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0B940-7DD0-1714-CBCB-CCDF7034F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89A3C-565C-0739-A204-0AEA49D9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02F51-2050-8A14-EC52-438AAD78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CDDA4-32DC-8EA4-838E-6C32E6DF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8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6DED1-67AE-07F8-6C2C-151D04122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E7D32-52BF-09D4-3309-E14C56D9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5CB99-9AF1-E835-CA71-DE3D16459E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ACD77-4BEF-BF42-992C-793418309297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D98B5-319E-9BBB-69CE-862AEF9AC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4EF43-76C2-E6A6-2EEC-F336C135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55B98-027A-FA46-920E-7231DBC7D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0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2F88DF-90E2-18CB-6FCB-15DFF30487B6}"/>
              </a:ext>
            </a:extLst>
          </p:cNvPr>
          <p:cNvSpPr txBox="1"/>
          <p:nvPr/>
        </p:nvSpPr>
        <p:spPr>
          <a:xfrm>
            <a:off x="485104" y="2054168"/>
            <a:ext cx="11706896" cy="799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dirty="0" err="1">
                <a:latin typeface="MS PGothic" panose="020B0600070205080204" pitchFamily="34" charset="-128"/>
                <a:ea typeface="MS PGothic" panose="020B0600070205080204" pitchFamily="34" charset="-128"/>
              </a:rPr>
              <a:t>大学のキャンパスで先生に会って、おじぎをしないのは、とても失礼です</a:t>
            </a:r>
            <a:r>
              <a:rPr lang="en-US" sz="2800" dirty="0">
                <a:latin typeface="MS PGothic" panose="020B0600070205080204" pitchFamily="34" charset="-128"/>
                <a:ea typeface="MS PGothic" panose="020B0600070205080204" pitchFamily="34" charset="-128"/>
              </a:rPr>
              <a:t>。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6BFC83-2189-E645-CF70-E0634C0C7F99}"/>
              </a:ext>
            </a:extLst>
          </p:cNvPr>
          <p:cNvSpPr/>
          <p:nvPr/>
        </p:nvSpPr>
        <p:spPr>
          <a:xfrm>
            <a:off x="5808372" y="2219786"/>
            <a:ext cx="2521241" cy="74871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DA46A-590E-233F-121B-6BD35FF2BB6A}"/>
              </a:ext>
            </a:extLst>
          </p:cNvPr>
          <p:cNvSpPr txBox="1"/>
          <p:nvPr/>
        </p:nvSpPr>
        <p:spPr>
          <a:xfrm>
            <a:off x="6526938" y="1675312"/>
            <a:ext cx="1084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Topic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11DF32-F4D2-C372-7FE2-55CF1FF7F421}"/>
              </a:ext>
            </a:extLst>
          </p:cNvPr>
          <p:cNvSpPr/>
          <p:nvPr/>
        </p:nvSpPr>
        <p:spPr>
          <a:xfrm>
            <a:off x="8893064" y="2219786"/>
            <a:ext cx="2294050" cy="74871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42C35-7E06-D5E1-8115-2ECD6E8C2565}"/>
              </a:ext>
            </a:extLst>
          </p:cNvPr>
          <p:cNvSpPr txBox="1"/>
          <p:nvPr/>
        </p:nvSpPr>
        <p:spPr>
          <a:xfrm>
            <a:off x="9247244" y="1675312"/>
            <a:ext cx="1585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Comment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CB952805-3046-8C18-7477-D59EE7A558E3}"/>
              </a:ext>
            </a:extLst>
          </p:cNvPr>
          <p:cNvSpPr/>
          <p:nvPr/>
        </p:nvSpPr>
        <p:spPr>
          <a:xfrm>
            <a:off x="1682125" y="1089667"/>
            <a:ext cx="4405636" cy="775073"/>
          </a:xfrm>
          <a:prstGeom prst="wedgeRoundRectCallout">
            <a:avLst>
              <a:gd name="adj1" fmla="val 42491"/>
              <a:gd name="adj2" fmla="val 85955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の</a:t>
            </a:r>
            <a:r>
              <a:rPr lang="en-US" sz="2400" dirty="0"/>
              <a:t> nominalizes the phrase</a:t>
            </a:r>
          </a:p>
          <a:p>
            <a:pPr algn="ctr"/>
            <a:r>
              <a:rPr lang="en-US" sz="2400" dirty="0"/>
              <a:t>Do not bow -&gt; Not bowing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94334867-0ABC-DA48-33DB-F06827C46B21}"/>
              </a:ext>
            </a:extLst>
          </p:cNvPr>
          <p:cNvSpPr/>
          <p:nvPr/>
        </p:nvSpPr>
        <p:spPr>
          <a:xfrm>
            <a:off x="1576617" y="3232282"/>
            <a:ext cx="1940305" cy="775073"/>
          </a:xfrm>
          <a:prstGeom prst="wedgeRoundRectCallout">
            <a:avLst>
              <a:gd name="adj1" fmla="val 30892"/>
              <a:gd name="adj2" fmla="val -97059"/>
              <a:gd name="adj3" fmla="val 16667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26DA9B-30BA-1F89-6F77-7CC9849326B0}"/>
              </a:ext>
            </a:extLst>
          </p:cNvPr>
          <p:cNvSpPr txBox="1"/>
          <p:nvPr/>
        </p:nvSpPr>
        <p:spPr>
          <a:xfrm>
            <a:off x="488588" y="4614768"/>
            <a:ext cx="10909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Seeing a professor on campus, not bowing is very rude.</a:t>
            </a:r>
          </a:p>
        </p:txBody>
      </p:sp>
    </p:spTree>
    <p:extLst>
      <p:ext uri="{BB962C8B-B14F-4D97-AF65-F5344CB8AC3E}">
        <p14:creationId xmlns:p14="http://schemas.microsoft.com/office/powerpoint/2010/main" val="388550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 animBg="1"/>
      <p:bldP spid="8" grpId="0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MS PGothic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Yumiko Adachi</dc:creator>
  <cp:lastModifiedBy>Yumiko Adachi</cp:lastModifiedBy>
  <cp:revision>1</cp:revision>
  <dcterms:created xsi:type="dcterms:W3CDTF">2025-11-21T13:54:30Z</dcterms:created>
  <dcterms:modified xsi:type="dcterms:W3CDTF">2025-11-21T13:54:38Z</dcterms:modified>
</cp:coreProperties>
</file>