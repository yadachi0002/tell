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94"/>
  </p:normalViewPr>
  <p:slideViewPr>
    <p:cSldViewPr snapToGrid="0">
      <p:cViewPr varScale="1">
        <p:scale>
          <a:sx n="119" d="100"/>
          <a:sy n="119" d="100"/>
        </p:scale>
        <p:origin x="21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88956-BB09-219C-8CA6-9B400CA763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68F18B-7D76-B784-E5CB-504A6D9BD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98A23-938E-3760-272D-89E4D5DCE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80CA-1F12-824D-B84E-C668106A9523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35603-E083-90EA-2390-BED129E61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686EC-D806-F951-4848-C17EBDDEB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4AC8-F5BC-5047-8A81-2DCD13FA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790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7C2D3-2C48-11A2-FE65-BC1CDEBF2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A30AB-2C42-BD8E-50F4-CFAE737EB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79E4A-905F-3253-873F-5D216BEF0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80CA-1F12-824D-B84E-C668106A9523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FF6B9-9D98-AC58-A528-04C897FC5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ECCF9-72AC-DE0D-51CA-69424622B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4AC8-F5BC-5047-8A81-2DCD13FA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58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E2FC3-3D05-5532-9511-80D4B395A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AABC7-BF26-A2AD-746A-ED0F8AB17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672A4-C9C2-AF3A-9D03-09A93B214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80CA-1F12-824D-B84E-C668106A9523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DE687-1808-6EB9-04F6-0A052B6D2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33D57-8212-639A-38DB-AC18C7D65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4AC8-F5BC-5047-8A81-2DCD13FA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17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36795-6A75-7603-E223-E43360F13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200F6-A6F4-F8B6-E516-D4A0BE01D9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B8874D-1F1A-B98E-3B68-714B6BDCD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03D0D-BE7D-93FD-F836-221363258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80CA-1F12-824D-B84E-C668106A9523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4DE4C-6630-F2F0-213F-27B57884C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91C2B5-6EBA-9644-35D4-67AB08D5D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4AC8-F5BC-5047-8A81-2DCD13FA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626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683C5-7637-7B7F-3BE1-574BF1BEF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BD8D6-A50A-8D27-86BC-2326BD2F7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94F5F-2902-2EED-5139-44E12C6C5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8C0D1D-8BDF-80CB-D79D-8A6FB91FC7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0148F8-19C6-5106-6222-31BA6154E9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A743F-D30E-7425-20A7-1C36702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80CA-1F12-824D-B84E-C668106A9523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DF1847-64A0-9CB3-3FD9-72A27FF21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FA84E4-D70E-C88B-CE5B-CB219CA4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4AC8-F5BC-5047-8A81-2DCD13FA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81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D0F10-D2F3-0ACA-1523-8B69C2F9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4B6E86-9012-F9DD-7674-8715D4692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80CA-1F12-824D-B84E-C668106A9523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5AD26F-6E63-E566-8C2C-DD29047B7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25D22B-E144-1100-89F3-9CDD9367C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4AC8-F5BC-5047-8A81-2DCD13FA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89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10D8F5-074F-6DDC-0FEB-3750BF495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80CA-1F12-824D-B84E-C668106A9523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3FEB0D-3225-4F8D-7D85-0CB72C946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AB114-DCCE-BEB4-0AAB-D5C9A39A1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4AC8-F5BC-5047-8A81-2DCD13FA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484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E0A51-C4B5-77E9-22E0-71BC2F1AA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3CEB5-18FB-59C4-4622-BAE9E93A6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8FAA9-26F6-1370-421D-28036F839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4920C5-D2A4-B603-2F28-7EEA3A737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80CA-1F12-824D-B84E-C668106A9523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73789-4851-BC56-111A-3D92C3AB3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2329F-5DEE-C92D-3FE7-13020BCC4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4AC8-F5BC-5047-8A81-2DCD13FA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005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9135-307E-6617-48A3-3732B6DA1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EF5F8E-8DE1-631D-1E32-4CF6B0CF65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3C7C11-0E18-BB0C-A5B8-EABBCE9FD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F7CF3-E282-7A38-CC5C-989B8E67A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80CA-1F12-824D-B84E-C668106A9523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17CA0-3E21-7F8C-AB2D-9F23FC9BA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C3B23-8887-388F-88AA-805D4CCB6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4AC8-F5BC-5047-8A81-2DCD13FA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959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A71D2-A029-CEFB-8661-3D8FE3D8F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75A776-E7E9-2ED9-FBE5-B3D0AD6D1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FD2D3-A49A-1BF9-AF13-EC6255F09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80CA-1F12-824D-B84E-C668106A9523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E7422-B71A-3E04-5D65-7C76AD25F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B567A-986A-76CB-8FEB-14E34C9A6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4AC8-F5BC-5047-8A81-2DCD13FA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46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F6D563-38A7-3C8E-8D3B-187CA7C165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D5308B-F587-79B7-9577-97F13C585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60468-0E35-31FB-710A-4E38A0200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80CA-1F12-824D-B84E-C668106A9523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884D7-387A-52F5-5EEF-B2BC6FE97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62D46-CFFA-B02A-FB72-5DBC96D82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4AC8-F5BC-5047-8A81-2DCD13FA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285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43C816-C4DF-1000-6744-8A67699B2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18668-007F-C5BB-F141-363ECFF3E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2D01E-9D50-C180-87E6-461E6C7A34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3080CA-1F12-824D-B84E-C668106A9523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235D2-80C2-63E5-0C67-348284812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1C06F-06D5-58B6-D7F0-C8DC484EC5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8C4AC8-F5BC-5047-8A81-2DCD13FA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698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6949B1-6032-CC53-EB71-056B3F99D074}"/>
              </a:ext>
            </a:extLst>
          </p:cNvPr>
          <p:cNvSpPr txBox="1"/>
          <p:nvPr/>
        </p:nvSpPr>
        <p:spPr>
          <a:xfrm>
            <a:off x="1373826" y="0"/>
            <a:ext cx="10021003" cy="799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それから、おじぎは近くにいる人だけにするものではありません</a:t>
            </a:r>
            <a:r>
              <a:rPr lang="en-US" sz="2800" dirty="0">
                <a:latin typeface="MS PGothic" panose="020B0600070205080204" pitchFamily="34" charset="-128"/>
                <a:ea typeface="MS PGothic" panose="020B0600070205080204" pitchFamily="34" charset="-128"/>
              </a:rPr>
              <a:t>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9229D9-9E2B-6CBA-EB3D-A432039F50C1}"/>
              </a:ext>
            </a:extLst>
          </p:cNvPr>
          <p:cNvSpPr txBox="1"/>
          <p:nvPr/>
        </p:nvSpPr>
        <p:spPr>
          <a:xfrm>
            <a:off x="1373826" y="633047"/>
            <a:ext cx="10021003" cy="1661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>
                <a:latin typeface="MS PGothic" panose="020B0600070205080204" pitchFamily="34" charset="-128"/>
                <a:ea typeface="MS PGothic" panose="020B0600070205080204" pitchFamily="34" charset="-128"/>
              </a:rPr>
              <a:t>Try understanding it in the affirmative:</a:t>
            </a:r>
          </a:p>
          <a:p>
            <a:pPr>
              <a:lnSpc>
                <a:spcPct val="200000"/>
              </a:lnSpc>
            </a:pPr>
            <a:r>
              <a:rPr lang="en-US" sz="28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それから、おじぎは近くにいる人だけにするものです</a:t>
            </a:r>
            <a:r>
              <a:rPr lang="en-US" sz="2800" dirty="0">
                <a:latin typeface="MS PGothic" panose="020B0600070205080204" pitchFamily="34" charset="-128"/>
                <a:ea typeface="MS PGothic" panose="020B0600070205080204" pitchFamily="34" charset="-128"/>
              </a:rPr>
              <a:t>。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9BF46E3-2EA7-C9D3-68F5-61671567997C}"/>
              </a:ext>
            </a:extLst>
          </p:cNvPr>
          <p:cNvSpPr/>
          <p:nvPr/>
        </p:nvSpPr>
        <p:spPr>
          <a:xfrm>
            <a:off x="2959666" y="1656187"/>
            <a:ext cx="1049627" cy="748710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2D2967-6DE3-F2B0-A10D-DB9DD6BA80E5}"/>
              </a:ext>
            </a:extLst>
          </p:cNvPr>
          <p:cNvSpPr txBox="1"/>
          <p:nvPr/>
        </p:nvSpPr>
        <p:spPr>
          <a:xfrm>
            <a:off x="3005999" y="1232729"/>
            <a:ext cx="1202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Topic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F06F81E-031E-E92C-77F6-5C319095B23B}"/>
              </a:ext>
            </a:extLst>
          </p:cNvPr>
          <p:cNvSpPr/>
          <p:nvPr/>
        </p:nvSpPr>
        <p:spPr>
          <a:xfrm>
            <a:off x="7848748" y="1656187"/>
            <a:ext cx="1377874" cy="748710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CB19A7-D66C-1243-A3C0-C45FD1FC4512}"/>
              </a:ext>
            </a:extLst>
          </p:cNvPr>
          <p:cNvSpPr txBox="1"/>
          <p:nvPr/>
        </p:nvSpPr>
        <p:spPr>
          <a:xfrm>
            <a:off x="7778969" y="1232729"/>
            <a:ext cx="1758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Comment</a:t>
            </a: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47FD2BAF-7AF3-3C2D-E683-E176E45527E0}"/>
              </a:ext>
            </a:extLst>
          </p:cNvPr>
          <p:cNvSpPr/>
          <p:nvPr/>
        </p:nvSpPr>
        <p:spPr>
          <a:xfrm>
            <a:off x="1602155" y="2787577"/>
            <a:ext cx="5391501" cy="1280919"/>
          </a:xfrm>
          <a:prstGeom prst="wedgeRoundRectCallout">
            <a:avLst>
              <a:gd name="adj1" fmla="val 27365"/>
              <a:gd name="adj2" fmla="val -86954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What kind of </a:t>
            </a:r>
            <a:r>
              <a:rPr lang="en-US" sz="2400" dirty="0" err="1"/>
              <a:t>もの</a:t>
            </a:r>
            <a:r>
              <a:rPr lang="en-US" sz="2400" dirty="0"/>
              <a:t> (thing)?</a:t>
            </a:r>
          </a:p>
          <a:p>
            <a:pPr algn="ctr"/>
            <a:r>
              <a:rPr lang="en-US" sz="2400" dirty="0"/>
              <a:t>Noun qualification sentence: </a:t>
            </a:r>
          </a:p>
          <a:p>
            <a:pPr algn="ctr"/>
            <a:r>
              <a:rPr lang="en-US" sz="2400" dirty="0" err="1"/>
              <a:t>近くにいる人だけにする</a:t>
            </a:r>
            <a:endParaRPr lang="en-US" sz="2400" dirty="0"/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61310ABB-B047-8C38-425A-707C000F0EDB}"/>
              </a:ext>
            </a:extLst>
          </p:cNvPr>
          <p:cNvSpPr/>
          <p:nvPr/>
        </p:nvSpPr>
        <p:spPr>
          <a:xfrm>
            <a:off x="7221910" y="2828355"/>
            <a:ext cx="2232966" cy="914287"/>
          </a:xfrm>
          <a:prstGeom prst="wedgeRoundRectCallout">
            <a:avLst>
              <a:gd name="adj1" fmla="val -4926"/>
              <a:gd name="adj2" fmla="val -92087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Main noun:</a:t>
            </a:r>
          </a:p>
          <a:p>
            <a:pPr algn="ctr"/>
            <a:r>
              <a:rPr lang="en-US" sz="2400" dirty="0" err="1"/>
              <a:t>もの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557B82-198A-5DE8-C7D0-2C1D0C18AB4B}"/>
              </a:ext>
            </a:extLst>
          </p:cNvPr>
          <p:cNvSpPr txBox="1"/>
          <p:nvPr/>
        </p:nvSpPr>
        <p:spPr>
          <a:xfrm>
            <a:off x="789761" y="4602772"/>
            <a:ext cx="1110887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And bowing is something you do only to people who are nearby.</a:t>
            </a:r>
          </a:p>
          <a:p>
            <a:endParaRPr lang="en-US" sz="2800" dirty="0"/>
          </a:p>
          <a:p>
            <a:r>
              <a:rPr lang="en-US" sz="2800" dirty="0"/>
              <a:t>Change to negative:</a:t>
            </a:r>
          </a:p>
          <a:p>
            <a:pPr marL="457200" indent="-457200">
              <a:buFont typeface="Wingdings" pitchFamily="2" charset="2"/>
              <a:buChar char="è"/>
            </a:pPr>
            <a:r>
              <a:rPr lang="en-US" sz="2800" dirty="0"/>
              <a:t>And bowing is NOT something you do only to people who are nearby.</a:t>
            </a:r>
          </a:p>
        </p:txBody>
      </p:sp>
    </p:spTree>
    <p:extLst>
      <p:ext uri="{BB962C8B-B14F-4D97-AF65-F5344CB8AC3E}">
        <p14:creationId xmlns:p14="http://schemas.microsoft.com/office/powerpoint/2010/main" val="296726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/>
      <p:bldP spid="6" grpId="0" animBg="1"/>
      <p:bldP spid="7" grpId="0"/>
      <p:bldP spid="8" grpId="0" build="p" animBg="1"/>
      <p:bldP spid="9" grpId="0" animBg="1"/>
      <p:bldP spid="10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MS PGothic</vt:lpstr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Yumiko Adachi</dc:creator>
  <cp:lastModifiedBy>Yumiko Adachi</cp:lastModifiedBy>
  <cp:revision>1</cp:revision>
  <dcterms:created xsi:type="dcterms:W3CDTF">2025-11-21T15:18:37Z</dcterms:created>
  <dcterms:modified xsi:type="dcterms:W3CDTF">2025-11-21T15:18:45Z</dcterms:modified>
</cp:coreProperties>
</file>